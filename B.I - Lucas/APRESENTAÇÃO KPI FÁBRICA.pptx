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4" r:id="rId6"/>
    <p:sldId id="267" r:id="rId7"/>
    <p:sldId id="276" r:id="rId8"/>
    <p:sldId id="275" r:id="rId9"/>
    <p:sldId id="277" r:id="rId10"/>
    <p:sldId id="263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DDCAF3-4290-4F80-8ECC-D401C72EDC7C}" v="10" dt="2026-05-27T19:38:07.3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lycon Silveira Barros" userId="48261af8-7bac-49cd-9db2-39fa1cd1a8bb" providerId="ADAL" clId="{72A15DE9-DD37-42B9-8067-D5D42A7D7FF3}"/>
    <pc:docChg chg="undo custSel addSld modSld">
      <pc:chgData name="Lucas Glycon Silveira Barros" userId="48261af8-7bac-49cd-9db2-39fa1cd1a8bb" providerId="ADAL" clId="{72A15DE9-DD37-42B9-8067-D5D42A7D7FF3}" dt="2026-05-27T19:45:10.044" v="190" actId="1038"/>
      <pc:docMkLst>
        <pc:docMk/>
      </pc:docMkLst>
      <pc:sldChg chg="addSp delSp modSp mod">
        <pc:chgData name="Lucas Glycon Silveira Barros" userId="48261af8-7bac-49cd-9db2-39fa1cd1a8bb" providerId="ADAL" clId="{72A15DE9-DD37-42B9-8067-D5D42A7D7FF3}" dt="2026-05-27T19:45:10.044" v="190" actId="1038"/>
        <pc:sldMkLst>
          <pc:docMk/>
          <pc:sldMk cId="2124675187" sldId="264"/>
        </pc:sldMkLst>
        <pc:picChg chg="del">
          <ac:chgData name="Lucas Glycon Silveira Barros" userId="48261af8-7bac-49cd-9db2-39fa1cd1a8bb" providerId="ADAL" clId="{72A15DE9-DD37-42B9-8067-D5D42A7D7FF3}" dt="2026-05-27T19:11:48.583" v="119" actId="478"/>
          <ac:picMkLst>
            <pc:docMk/>
            <pc:sldMk cId="2124675187" sldId="264"/>
            <ac:picMk id="3" creationId="{819AEE7E-1081-A701-28CE-7A8F8EA3CCBA}"/>
          </ac:picMkLst>
        </pc:picChg>
        <pc:picChg chg="add mod">
          <ac:chgData name="Lucas Glycon Silveira Barros" userId="48261af8-7bac-49cd-9db2-39fa1cd1a8bb" providerId="ADAL" clId="{72A15DE9-DD37-42B9-8067-D5D42A7D7FF3}" dt="2026-05-27T19:45:10.044" v="190" actId="1038"/>
          <ac:picMkLst>
            <pc:docMk/>
            <pc:sldMk cId="2124675187" sldId="264"/>
            <ac:picMk id="4" creationId="{4231029E-55FE-27C1-AA2B-A732C9A92A4F}"/>
          </ac:picMkLst>
        </pc:picChg>
        <pc:picChg chg="add del mod">
          <ac:chgData name="Lucas Glycon Silveira Barros" userId="48261af8-7bac-49cd-9db2-39fa1cd1a8bb" providerId="ADAL" clId="{72A15DE9-DD37-42B9-8067-D5D42A7D7FF3}" dt="2026-05-27T19:45:03.449" v="183" actId="478"/>
          <ac:picMkLst>
            <pc:docMk/>
            <pc:sldMk cId="2124675187" sldId="264"/>
            <ac:picMk id="6" creationId="{3B7768D7-B0A8-4DDF-0868-74422E65020C}"/>
          </ac:picMkLst>
        </pc:picChg>
      </pc:sldChg>
      <pc:sldChg chg="addSp delSp modSp mod">
        <pc:chgData name="Lucas Glycon Silveira Barros" userId="48261af8-7bac-49cd-9db2-39fa1cd1a8bb" providerId="ADAL" clId="{72A15DE9-DD37-42B9-8067-D5D42A7D7FF3}" dt="2026-05-27T18:51:41.024" v="37" actId="1076"/>
        <pc:sldMkLst>
          <pc:docMk/>
          <pc:sldMk cId="2084604813" sldId="267"/>
        </pc:sldMkLst>
        <pc:picChg chg="add mod">
          <ac:chgData name="Lucas Glycon Silveira Barros" userId="48261af8-7bac-49cd-9db2-39fa1cd1a8bb" providerId="ADAL" clId="{72A15DE9-DD37-42B9-8067-D5D42A7D7FF3}" dt="2026-05-27T18:50:59.385" v="32" actId="1076"/>
          <ac:picMkLst>
            <pc:docMk/>
            <pc:sldMk cId="2084604813" sldId="267"/>
            <ac:picMk id="3" creationId="{6087E138-7185-1961-61F7-6B4BA633810B}"/>
          </ac:picMkLst>
        </pc:picChg>
        <pc:picChg chg="add mod">
          <ac:chgData name="Lucas Glycon Silveira Barros" userId="48261af8-7bac-49cd-9db2-39fa1cd1a8bb" providerId="ADAL" clId="{72A15DE9-DD37-42B9-8067-D5D42A7D7FF3}" dt="2026-05-27T18:51:41.024" v="37" actId="1076"/>
          <ac:picMkLst>
            <pc:docMk/>
            <pc:sldMk cId="2084604813" sldId="267"/>
            <ac:picMk id="6" creationId="{FD901C8A-BA5F-3E73-3AEB-3320931D43A4}"/>
          </ac:picMkLst>
        </pc:picChg>
        <pc:picChg chg="del">
          <ac:chgData name="Lucas Glycon Silveira Barros" userId="48261af8-7bac-49cd-9db2-39fa1cd1a8bb" providerId="ADAL" clId="{72A15DE9-DD37-42B9-8067-D5D42A7D7FF3}" dt="2026-05-27T18:50:40.764" v="26" actId="478"/>
          <ac:picMkLst>
            <pc:docMk/>
            <pc:sldMk cId="2084604813" sldId="267"/>
            <ac:picMk id="10" creationId="{A68D05D1-1C1D-CC2C-007D-C4311C275405}"/>
          </ac:picMkLst>
        </pc:picChg>
        <pc:picChg chg="del">
          <ac:chgData name="Lucas Glycon Silveira Barros" userId="48261af8-7bac-49cd-9db2-39fa1cd1a8bb" providerId="ADAL" clId="{72A15DE9-DD37-42B9-8067-D5D42A7D7FF3}" dt="2026-05-27T18:50:41.565" v="27" actId="478"/>
          <ac:picMkLst>
            <pc:docMk/>
            <pc:sldMk cId="2084604813" sldId="267"/>
            <ac:picMk id="12" creationId="{2BEB7089-4650-FBC9-94CF-CA28B18575C1}"/>
          </ac:picMkLst>
        </pc:picChg>
        <pc:picChg chg="del">
          <ac:chgData name="Lucas Glycon Silveira Barros" userId="48261af8-7bac-49cd-9db2-39fa1cd1a8bb" providerId="ADAL" clId="{72A15DE9-DD37-42B9-8067-D5D42A7D7FF3}" dt="2026-05-27T18:51:30.251" v="33" actId="478"/>
          <ac:picMkLst>
            <pc:docMk/>
            <pc:sldMk cId="2084604813" sldId="267"/>
            <ac:picMk id="15" creationId="{48612BD3-A96F-FC79-DBAE-253C23A3E3A4}"/>
          </ac:picMkLst>
        </pc:picChg>
      </pc:sldChg>
      <pc:sldChg chg="addSp delSp modSp mod">
        <pc:chgData name="Lucas Glycon Silveira Barros" userId="48261af8-7bac-49cd-9db2-39fa1cd1a8bb" providerId="ADAL" clId="{72A15DE9-DD37-42B9-8067-D5D42A7D7FF3}" dt="2026-05-27T19:12:29.022" v="139" actId="1076"/>
        <pc:sldMkLst>
          <pc:docMk/>
          <pc:sldMk cId="3527583294" sldId="275"/>
        </pc:sldMkLst>
        <pc:spChg chg="add mod">
          <ac:chgData name="Lucas Glycon Silveira Barros" userId="48261af8-7bac-49cd-9db2-39fa1cd1a8bb" providerId="ADAL" clId="{72A15DE9-DD37-42B9-8067-D5D42A7D7FF3}" dt="2026-05-27T19:12:29.022" v="139" actId="1076"/>
          <ac:spMkLst>
            <pc:docMk/>
            <pc:sldMk cId="3527583294" sldId="275"/>
            <ac:spMk id="4" creationId="{B12FA430-7585-5B18-7ED3-04C1491DBCE7}"/>
          </ac:spMkLst>
        </pc:spChg>
        <pc:picChg chg="add mod">
          <ac:chgData name="Lucas Glycon Silveira Barros" userId="48261af8-7bac-49cd-9db2-39fa1cd1a8bb" providerId="ADAL" clId="{72A15DE9-DD37-42B9-8067-D5D42A7D7FF3}" dt="2026-05-27T18:54:06.276" v="55" actId="1076"/>
          <ac:picMkLst>
            <pc:docMk/>
            <pc:sldMk cId="3527583294" sldId="275"/>
            <ac:picMk id="3" creationId="{45B3414C-D467-DEB0-3EEB-AC9C6B5321BB}"/>
          </ac:picMkLst>
        </pc:picChg>
        <pc:picChg chg="del">
          <ac:chgData name="Lucas Glycon Silveira Barros" userId="48261af8-7bac-49cd-9db2-39fa1cd1a8bb" providerId="ADAL" clId="{72A15DE9-DD37-42B9-8067-D5D42A7D7FF3}" dt="2026-05-27T18:54:02.895" v="54" actId="478"/>
          <ac:picMkLst>
            <pc:docMk/>
            <pc:sldMk cId="3527583294" sldId="275"/>
            <ac:picMk id="6" creationId="{A40093E9-D7AD-1F48-8CEB-9BCB8B6BD0F0}"/>
          </ac:picMkLst>
        </pc:picChg>
      </pc:sldChg>
      <pc:sldChg chg="addSp delSp modSp mod">
        <pc:chgData name="Lucas Glycon Silveira Barros" userId="48261af8-7bac-49cd-9db2-39fa1cd1a8bb" providerId="ADAL" clId="{72A15DE9-DD37-42B9-8067-D5D42A7D7FF3}" dt="2026-05-27T19:12:35.831" v="141" actId="1076"/>
        <pc:sldMkLst>
          <pc:docMk/>
          <pc:sldMk cId="2691370639" sldId="276"/>
        </pc:sldMkLst>
        <pc:spChg chg="add mod">
          <ac:chgData name="Lucas Glycon Silveira Barros" userId="48261af8-7bac-49cd-9db2-39fa1cd1a8bb" providerId="ADAL" clId="{72A15DE9-DD37-42B9-8067-D5D42A7D7FF3}" dt="2026-05-27T19:12:35.831" v="141" actId="1076"/>
          <ac:spMkLst>
            <pc:docMk/>
            <pc:sldMk cId="2691370639" sldId="276"/>
            <ac:spMk id="9" creationId="{B3992E4A-CC4B-2DE8-E154-94D8333A82DD}"/>
          </ac:spMkLst>
        </pc:spChg>
        <pc:picChg chg="add del mod">
          <ac:chgData name="Lucas Glycon Silveira Barros" userId="48261af8-7bac-49cd-9db2-39fa1cd1a8bb" providerId="ADAL" clId="{72A15DE9-DD37-42B9-8067-D5D42A7D7FF3}" dt="2026-05-27T18:53:16.384" v="49" actId="478"/>
          <ac:picMkLst>
            <pc:docMk/>
            <pc:sldMk cId="2691370639" sldId="276"/>
            <ac:picMk id="3" creationId="{B27B1D45-5A8A-1024-F6F2-51ABF538FA07}"/>
          </ac:picMkLst>
        </pc:picChg>
        <pc:picChg chg="del">
          <ac:chgData name="Lucas Glycon Silveira Barros" userId="48261af8-7bac-49cd-9db2-39fa1cd1a8bb" providerId="ADAL" clId="{72A15DE9-DD37-42B9-8067-D5D42A7D7FF3}" dt="2026-05-27T18:52:25.658" v="41" actId="478"/>
          <ac:picMkLst>
            <pc:docMk/>
            <pc:sldMk cId="2691370639" sldId="276"/>
            <ac:picMk id="4" creationId="{4BEE2FA1-8201-3017-9F62-595DF045FD7C}"/>
          </ac:picMkLst>
        </pc:picChg>
        <pc:picChg chg="add mod">
          <ac:chgData name="Lucas Glycon Silveira Barros" userId="48261af8-7bac-49cd-9db2-39fa1cd1a8bb" providerId="ADAL" clId="{72A15DE9-DD37-42B9-8067-D5D42A7D7FF3}" dt="2026-05-27T18:53:19.414" v="50" actId="1076"/>
          <ac:picMkLst>
            <pc:docMk/>
            <pc:sldMk cId="2691370639" sldId="276"/>
            <ac:picMk id="8" creationId="{48AA8465-9F83-CC5B-1FA0-8448D20E40B8}"/>
          </ac:picMkLst>
        </pc:picChg>
      </pc:sldChg>
      <pc:sldChg chg="addSp delSp modSp add mod">
        <pc:chgData name="Lucas Glycon Silveira Barros" userId="48261af8-7bac-49cd-9db2-39fa1cd1a8bb" providerId="ADAL" clId="{72A15DE9-DD37-42B9-8067-D5D42A7D7FF3}" dt="2026-05-27T19:38:15.368" v="182" actId="20577"/>
        <pc:sldMkLst>
          <pc:docMk/>
          <pc:sldMk cId="573234684" sldId="277"/>
        </pc:sldMkLst>
        <pc:spChg chg="mod">
          <ac:chgData name="Lucas Glycon Silveira Barros" userId="48261af8-7bac-49cd-9db2-39fa1cd1a8bb" providerId="ADAL" clId="{72A15DE9-DD37-42B9-8067-D5D42A7D7FF3}" dt="2026-05-27T18:54:21.132" v="60" actId="14100"/>
          <ac:spMkLst>
            <pc:docMk/>
            <pc:sldMk cId="573234684" sldId="277"/>
            <ac:spMk id="7" creationId="{1D34081E-2C8A-644D-7849-0E52851651CD}"/>
          </ac:spMkLst>
        </pc:spChg>
        <pc:spChg chg="mod">
          <ac:chgData name="Lucas Glycon Silveira Barros" userId="48261af8-7bac-49cd-9db2-39fa1cd1a8bb" providerId="ADAL" clId="{72A15DE9-DD37-42B9-8067-D5D42A7D7FF3}" dt="2026-05-27T18:54:15.873" v="59" actId="20577"/>
          <ac:spMkLst>
            <pc:docMk/>
            <pc:sldMk cId="573234684" sldId="277"/>
            <ac:spMk id="8" creationId="{80A8BCA6-E23A-2CDA-339E-42179B8B1DF2}"/>
          </ac:spMkLst>
        </pc:spChg>
        <pc:spChg chg="add mod">
          <ac:chgData name="Lucas Glycon Silveira Barros" userId="48261af8-7bac-49cd-9db2-39fa1cd1a8bb" providerId="ADAL" clId="{72A15DE9-DD37-42B9-8067-D5D42A7D7FF3}" dt="2026-05-27T19:38:02.385" v="166" actId="2085"/>
          <ac:spMkLst>
            <pc:docMk/>
            <pc:sldMk cId="573234684" sldId="277"/>
            <ac:spMk id="9" creationId="{C2654B95-E350-B839-F6B4-4BCB7DC844BF}"/>
          </ac:spMkLst>
        </pc:spChg>
        <pc:spChg chg="add mod">
          <ac:chgData name="Lucas Glycon Silveira Barros" userId="48261af8-7bac-49cd-9db2-39fa1cd1a8bb" providerId="ADAL" clId="{72A15DE9-DD37-42B9-8067-D5D42A7D7FF3}" dt="2026-05-27T19:38:15.368" v="182" actId="20577"/>
          <ac:spMkLst>
            <pc:docMk/>
            <pc:sldMk cId="573234684" sldId="277"/>
            <ac:spMk id="10" creationId="{F3C5F3F4-ED62-58E3-0DFD-38128E1443E6}"/>
          </ac:spMkLst>
        </pc:spChg>
        <pc:graphicFrameChg chg="add mod">
          <ac:chgData name="Lucas Glycon Silveira Barros" userId="48261af8-7bac-49cd-9db2-39fa1cd1a8bb" providerId="ADAL" clId="{72A15DE9-DD37-42B9-8067-D5D42A7D7FF3}" dt="2026-05-27T14:34:25.460" v="3"/>
          <ac:graphicFrameMkLst>
            <pc:docMk/>
            <pc:sldMk cId="573234684" sldId="277"/>
            <ac:graphicFrameMk id="2" creationId="{4970BBD7-52EA-8573-80B2-FCA14A6F5903}"/>
          </ac:graphicFrameMkLst>
        </pc:graphicFrameChg>
        <pc:graphicFrameChg chg="add del mod modGraphic">
          <ac:chgData name="Lucas Glycon Silveira Barros" userId="48261af8-7bac-49cd-9db2-39fa1cd1a8bb" providerId="ADAL" clId="{72A15DE9-DD37-42B9-8067-D5D42A7D7FF3}" dt="2026-05-27T19:00:06.445" v="115" actId="478"/>
          <ac:graphicFrameMkLst>
            <pc:docMk/>
            <pc:sldMk cId="573234684" sldId="277"/>
            <ac:graphicFrameMk id="2" creationId="{B61731E7-D67F-E4E8-64E2-84E15065035A}"/>
          </ac:graphicFrameMkLst>
        </pc:graphicFrameChg>
        <pc:graphicFrameChg chg="add mod">
          <ac:chgData name="Lucas Glycon Silveira Barros" userId="48261af8-7bac-49cd-9db2-39fa1cd1a8bb" providerId="ADAL" clId="{72A15DE9-DD37-42B9-8067-D5D42A7D7FF3}" dt="2026-05-27T14:34:30.737" v="4"/>
          <ac:graphicFrameMkLst>
            <pc:docMk/>
            <pc:sldMk cId="573234684" sldId="277"/>
            <ac:graphicFrameMk id="3" creationId="{34C3D27D-4D2B-109F-530E-ECE37EAD7258}"/>
          </ac:graphicFrameMkLst>
        </pc:graphicFrameChg>
        <pc:graphicFrameChg chg="add del mod modGraphic">
          <ac:chgData name="Lucas Glycon Silveira Barros" userId="48261af8-7bac-49cd-9db2-39fa1cd1a8bb" providerId="ADAL" clId="{72A15DE9-DD37-42B9-8067-D5D42A7D7FF3}" dt="2026-05-27T18:56:34.841" v="61" actId="478"/>
          <ac:graphicFrameMkLst>
            <pc:docMk/>
            <pc:sldMk cId="573234684" sldId="277"/>
            <ac:graphicFrameMk id="4" creationId="{6560AC63-74E3-DF4B-823F-84DF0A8CC9EB}"/>
          </ac:graphicFrameMkLst>
        </pc:graphicFrameChg>
        <pc:picChg chg="add mod">
          <ac:chgData name="Lucas Glycon Silveira Barros" userId="48261af8-7bac-49cd-9db2-39fa1cd1a8bb" providerId="ADAL" clId="{72A15DE9-DD37-42B9-8067-D5D42A7D7FF3}" dt="2026-05-27T19:05:19.193" v="118" actId="1076"/>
          <ac:picMkLst>
            <pc:docMk/>
            <pc:sldMk cId="573234684" sldId="277"/>
            <ac:picMk id="6" creationId="{8218557B-2943-AD9E-A32D-46D3EAE5B12F}"/>
          </ac:picMkLst>
        </pc:picChg>
        <pc:picChg chg="del mod">
          <ac:chgData name="Lucas Glycon Silveira Barros" userId="48261af8-7bac-49cd-9db2-39fa1cd1a8bb" providerId="ADAL" clId="{72A15DE9-DD37-42B9-8067-D5D42A7D7FF3}" dt="2026-05-27T14:34:24.806" v="2" actId="478"/>
          <ac:picMkLst>
            <pc:docMk/>
            <pc:sldMk cId="573234684" sldId="277"/>
            <ac:picMk id="6" creationId="{EA4E0ADD-ED0A-7475-3168-50732118E6A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Imagem em preto e branco&#10;&#10;Descrição gerada automaticamente">
            <a:extLst>
              <a:ext uri="{FF2B5EF4-FFF2-40B4-BE49-F238E27FC236}">
                <a16:creationId xmlns:a16="http://schemas.microsoft.com/office/drawing/2014/main" id="{C0B74B2A-9B5A-8CE5-E4A2-C37025EA1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59" y="29527"/>
            <a:ext cx="12237308" cy="6897644"/>
          </a:xfrm>
          <a:prstGeom prst="rect">
            <a:avLst/>
          </a:prstGeom>
        </p:spPr>
      </p:pic>
      <p:pic>
        <p:nvPicPr>
          <p:cNvPr id="6" name="Imagem 6" descr="Uma imagem contendo Padrão do plano de fundo&#10;&#10;Descrição gerada automaticamente">
            <a:extLst>
              <a:ext uri="{FF2B5EF4-FFF2-40B4-BE49-F238E27FC236}">
                <a16:creationId xmlns:a16="http://schemas.microsoft.com/office/drawing/2014/main" id="{583B317C-67E9-B32D-9159-7B30466CB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67" y="931173"/>
            <a:ext cx="10205050" cy="505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699CBCC-E10D-5AEC-7570-C4CC98EB1112}"/>
              </a:ext>
            </a:extLst>
          </p:cNvPr>
          <p:cNvSpPr/>
          <p:nvPr/>
        </p:nvSpPr>
        <p:spPr>
          <a:xfrm>
            <a:off x="11893740" y="1918"/>
            <a:ext cx="302168" cy="6856734"/>
          </a:xfrm>
          <a:prstGeom prst="rect">
            <a:avLst/>
          </a:prstGeom>
          <a:solidFill>
            <a:srgbClr val="D11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FCD4683-B5A4-6A50-666E-F67329CFAF59}"/>
              </a:ext>
            </a:extLst>
          </p:cNvPr>
          <p:cNvSpPr/>
          <p:nvPr/>
        </p:nvSpPr>
        <p:spPr>
          <a:xfrm rot="5400000" flipH="1">
            <a:off x="2302851" y="-1378113"/>
            <a:ext cx="48511" cy="4169278"/>
          </a:xfrm>
          <a:prstGeom prst="rect">
            <a:avLst/>
          </a:prstGeom>
          <a:solidFill>
            <a:srgbClr val="D11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A2D46F2-5C55-5566-95FF-6DE45FDC45C0}"/>
              </a:ext>
            </a:extLst>
          </p:cNvPr>
          <p:cNvSpPr txBox="1"/>
          <p:nvPr/>
        </p:nvSpPr>
        <p:spPr>
          <a:xfrm>
            <a:off x="176479" y="159051"/>
            <a:ext cx="3990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/>
              <a:t>DEFINIÇÕES E PREMISSAS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231029E-55FE-27C1-AA2B-A732C9A92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87" y="1292850"/>
            <a:ext cx="11577320" cy="461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675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699CBCC-E10D-5AEC-7570-C4CC98EB1112}"/>
              </a:ext>
            </a:extLst>
          </p:cNvPr>
          <p:cNvSpPr/>
          <p:nvPr/>
        </p:nvSpPr>
        <p:spPr>
          <a:xfrm>
            <a:off x="11893740" y="1918"/>
            <a:ext cx="302168" cy="6856734"/>
          </a:xfrm>
          <a:prstGeom prst="rect">
            <a:avLst/>
          </a:prstGeom>
          <a:solidFill>
            <a:srgbClr val="D11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FCD4683-B5A4-6A50-666E-F67329CFAF59}"/>
              </a:ext>
            </a:extLst>
          </p:cNvPr>
          <p:cNvSpPr/>
          <p:nvPr/>
        </p:nvSpPr>
        <p:spPr>
          <a:xfrm rot="5400000" flipH="1">
            <a:off x="771533" y="189693"/>
            <a:ext cx="73095" cy="1300906"/>
          </a:xfrm>
          <a:prstGeom prst="rect">
            <a:avLst/>
          </a:prstGeom>
          <a:solidFill>
            <a:srgbClr val="D11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9995A41-4747-E3E0-738D-34ACE09B0D0E}"/>
              </a:ext>
            </a:extLst>
          </p:cNvPr>
          <p:cNvSpPr txBox="1"/>
          <p:nvPr/>
        </p:nvSpPr>
        <p:spPr>
          <a:xfrm>
            <a:off x="-2624" y="218823"/>
            <a:ext cx="16779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 err="1"/>
              <a:t>KPI’s</a:t>
            </a:r>
            <a:r>
              <a:rPr lang="pt-BR" sz="1600" b="1" dirty="0"/>
              <a:t> EXTERNOS - QUALIDADE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175744D-E615-5635-A1B7-81D6D722356E}"/>
              </a:ext>
            </a:extLst>
          </p:cNvPr>
          <p:cNvSpPr txBox="1"/>
          <p:nvPr/>
        </p:nvSpPr>
        <p:spPr>
          <a:xfrm>
            <a:off x="-21478" y="4797117"/>
            <a:ext cx="16779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 err="1"/>
              <a:t>KPI’s</a:t>
            </a:r>
            <a:r>
              <a:rPr lang="pt-BR" sz="1600" b="1" dirty="0"/>
              <a:t> INTERNOS - QUALIDADE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7D3D84D-6DFA-D3D9-FBA7-D555457201BD}"/>
              </a:ext>
            </a:extLst>
          </p:cNvPr>
          <p:cNvSpPr/>
          <p:nvPr/>
        </p:nvSpPr>
        <p:spPr>
          <a:xfrm rot="5400000" flipH="1">
            <a:off x="771532" y="4785680"/>
            <a:ext cx="73095" cy="1300906"/>
          </a:xfrm>
          <a:prstGeom prst="rect">
            <a:avLst/>
          </a:prstGeom>
          <a:solidFill>
            <a:srgbClr val="D11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087E138-7185-1961-61F7-6B4BA6338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494" y="218823"/>
            <a:ext cx="9876168" cy="412504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D901C8A-BA5F-3E73-3AEB-3320931D4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348" y="4797117"/>
            <a:ext cx="9913877" cy="203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0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F022C-8397-5BEB-D5C0-5B7D1023E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36D93C9-D051-C4B0-1DB2-5D674C898F35}"/>
              </a:ext>
            </a:extLst>
          </p:cNvPr>
          <p:cNvSpPr/>
          <p:nvPr/>
        </p:nvSpPr>
        <p:spPr>
          <a:xfrm>
            <a:off x="11893740" y="1918"/>
            <a:ext cx="302168" cy="6856734"/>
          </a:xfrm>
          <a:prstGeom prst="rect">
            <a:avLst/>
          </a:prstGeom>
          <a:solidFill>
            <a:srgbClr val="D11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A9A0E34-6A14-5ACF-23B9-6E61DBD05F9D}"/>
              </a:ext>
            </a:extLst>
          </p:cNvPr>
          <p:cNvSpPr/>
          <p:nvPr/>
        </p:nvSpPr>
        <p:spPr>
          <a:xfrm rot="5400000" flipH="1">
            <a:off x="1675534" y="-803732"/>
            <a:ext cx="45719" cy="2749484"/>
          </a:xfrm>
          <a:prstGeom prst="rect">
            <a:avLst/>
          </a:prstGeom>
          <a:solidFill>
            <a:srgbClr val="D11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0265B8D-34FE-7857-32F4-15CC094D7B82}"/>
              </a:ext>
            </a:extLst>
          </p:cNvPr>
          <p:cNvSpPr txBox="1"/>
          <p:nvPr/>
        </p:nvSpPr>
        <p:spPr>
          <a:xfrm>
            <a:off x="229384" y="122124"/>
            <a:ext cx="3418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KPI’s</a:t>
            </a:r>
            <a:r>
              <a:rPr lang="pt-BR" b="1" dirty="0"/>
              <a:t> INTERNOS – CVP% e CLISP %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8AA8465-9F83-CC5B-1FA0-8448D20E4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84" y="1050476"/>
            <a:ext cx="11453567" cy="5259374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B3992E4A-CC4B-2DE8-E154-94D8333A82DD}"/>
              </a:ext>
            </a:extLst>
          </p:cNvPr>
          <p:cNvSpPr txBox="1"/>
          <p:nvPr/>
        </p:nvSpPr>
        <p:spPr>
          <a:xfrm>
            <a:off x="9738251" y="681144"/>
            <a:ext cx="1944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ACUMULADO ANO</a:t>
            </a:r>
          </a:p>
        </p:txBody>
      </p:sp>
    </p:spTree>
    <p:extLst>
      <p:ext uri="{BB962C8B-B14F-4D97-AF65-F5344CB8AC3E}">
        <p14:creationId xmlns:p14="http://schemas.microsoft.com/office/powerpoint/2010/main" val="2691370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006EF-59EA-BA73-A7D1-B1F95BE1A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6E4A19C-C073-F642-939F-3865FB0A129E}"/>
              </a:ext>
            </a:extLst>
          </p:cNvPr>
          <p:cNvSpPr/>
          <p:nvPr/>
        </p:nvSpPr>
        <p:spPr>
          <a:xfrm>
            <a:off x="11893740" y="1918"/>
            <a:ext cx="302168" cy="6856734"/>
          </a:xfrm>
          <a:prstGeom prst="rect">
            <a:avLst/>
          </a:prstGeom>
          <a:solidFill>
            <a:srgbClr val="D11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4399E4A-B708-0CD3-2C1C-EC2E30200656}"/>
              </a:ext>
            </a:extLst>
          </p:cNvPr>
          <p:cNvSpPr/>
          <p:nvPr/>
        </p:nvSpPr>
        <p:spPr>
          <a:xfrm rot="5400000" flipH="1">
            <a:off x="2125568" y="-1215176"/>
            <a:ext cx="86217" cy="3645032"/>
          </a:xfrm>
          <a:prstGeom prst="rect">
            <a:avLst/>
          </a:prstGeom>
          <a:solidFill>
            <a:srgbClr val="D11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5C0D916-57BF-CBB9-3730-76475C365B99}"/>
              </a:ext>
            </a:extLst>
          </p:cNvPr>
          <p:cNvSpPr txBox="1"/>
          <p:nvPr/>
        </p:nvSpPr>
        <p:spPr>
          <a:xfrm>
            <a:off x="153970" y="194900"/>
            <a:ext cx="3645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KPI’s</a:t>
            </a:r>
            <a:r>
              <a:rPr lang="pt-BR" b="1" dirty="0"/>
              <a:t> INTERNOS – % DE EFICIÊNCIA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5B3414C-D467-DEB0-3EEB-AC9C6B532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2" y="1962297"/>
            <a:ext cx="11615497" cy="267413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12FA430-7585-5B18-7ED3-04C1491DBCE7}"/>
              </a:ext>
            </a:extLst>
          </p:cNvPr>
          <p:cNvSpPr txBox="1"/>
          <p:nvPr/>
        </p:nvSpPr>
        <p:spPr>
          <a:xfrm>
            <a:off x="9755639" y="1592965"/>
            <a:ext cx="1944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ACUMULADO ANO</a:t>
            </a:r>
          </a:p>
        </p:txBody>
      </p:sp>
    </p:spTree>
    <p:extLst>
      <p:ext uri="{BB962C8B-B14F-4D97-AF65-F5344CB8AC3E}">
        <p14:creationId xmlns:p14="http://schemas.microsoft.com/office/powerpoint/2010/main" val="3527583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340DD-5254-95B9-D330-91C1CB2A9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4F71517-8B88-D4A8-1499-1B48D62D4DFE}"/>
              </a:ext>
            </a:extLst>
          </p:cNvPr>
          <p:cNvSpPr/>
          <p:nvPr/>
        </p:nvSpPr>
        <p:spPr>
          <a:xfrm>
            <a:off x="11893740" y="1918"/>
            <a:ext cx="302168" cy="6856734"/>
          </a:xfrm>
          <a:prstGeom prst="rect">
            <a:avLst/>
          </a:prstGeom>
          <a:solidFill>
            <a:srgbClr val="D11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D34081E-2C8A-644D-7849-0E52851651CD}"/>
              </a:ext>
            </a:extLst>
          </p:cNvPr>
          <p:cNvSpPr/>
          <p:nvPr/>
        </p:nvSpPr>
        <p:spPr>
          <a:xfrm rot="5400000" flipH="1">
            <a:off x="1242335" y="-331943"/>
            <a:ext cx="86217" cy="1878565"/>
          </a:xfrm>
          <a:prstGeom prst="rect">
            <a:avLst/>
          </a:prstGeom>
          <a:solidFill>
            <a:srgbClr val="D11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0A8BCA6-E23A-2CDA-339E-42179B8B1DF2}"/>
              </a:ext>
            </a:extLst>
          </p:cNvPr>
          <p:cNvSpPr txBox="1"/>
          <p:nvPr/>
        </p:nvSpPr>
        <p:spPr>
          <a:xfrm>
            <a:off x="346160" y="194900"/>
            <a:ext cx="1878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PLANO DE 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218557B-2943-AD9E-A32D-46D3EAE5B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5" y="1073830"/>
            <a:ext cx="11717518" cy="471034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C2654B95-E350-B839-F6B4-4BCB7DC844BF}"/>
              </a:ext>
            </a:extLst>
          </p:cNvPr>
          <p:cNvSpPr/>
          <p:nvPr/>
        </p:nvSpPr>
        <p:spPr>
          <a:xfrm>
            <a:off x="2111604" y="4176074"/>
            <a:ext cx="593889" cy="60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/>
              <a:t>% CVP / % CLISP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3C5F3F4-ED62-58E3-0DFD-38128E1443E6}"/>
              </a:ext>
            </a:extLst>
          </p:cNvPr>
          <p:cNvSpPr/>
          <p:nvPr/>
        </p:nvSpPr>
        <p:spPr>
          <a:xfrm>
            <a:off x="8768499" y="5026057"/>
            <a:ext cx="593889" cy="60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/>
              <a:t>SAC / FÁBRICA</a:t>
            </a:r>
          </a:p>
        </p:txBody>
      </p:sp>
    </p:spTree>
    <p:extLst>
      <p:ext uri="{BB962C8B-B14F-4D97-AF65-F5344CB8AC3E}">
        <p14:creationId xmlns:p14="http://schemas.microsoft.com/office/powerpoint/2010/main" val="573234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64BB8C5E-DEDF-70B7-7BDA-777266089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83" y="-3067"/>
            <a:ext cx="12197166" cy="686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313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E92784B6F38194A8AAEE08A1321E12E" ma:contentTypeVersion="15" ma:contentTypeDescription="Crie um novo documento." ma:contentTypeScope="" ma:versionID="62e643e782e61cd7e3f93a8a98789bfb">
  <xsd:schema xmlns:xsd="http://www.w3.org/2001/XMLSchema" xmlns:xs="http://www.w3.org/2001/XMLSchema" xmlns:p="http://schemas.microsoft.com/office/2006/metadata/properties" xmlns:ns2="b73aae09-54ac-4c6a-ae1b-d35728f68286" xmlns:ns3="55cfde81-e6cb-40fe-84af-df26949093c5" targetNamespace="http://schemas.microsoft.com/office/2006/metadata/properties" ma:root="true" ma:fieldsID="01954fd02fc726a5a97adf6a62ccc5a9" ns2:_="" ns3:_="">
    <xsd:import namespace="b73aae09-54ac-4c6a-ae1b-d35728f68286"/>
    <xsd:import namespace="55cfde81-e6cb-40fe-84af-df26949093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3aae09-54ac-4c6a-ae1b-d35728f682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098b3312-3ff6-468d-b80b-38fc15283ed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cfde81-e6cb-40fe-84af-df26949093c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c82c1c0-3daa-4287-9712-93dac0ab0c19}" ma:internalName="TaxCatchAll" ma:showField="CatchAllData" ma:web="55cfde81-e6cb-40fe-84af-df26949093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cfde81-e6cb-40fe-84af-df26949093c5" xsi:nil="true"/>
    <lcf76f155ced4ddcb4097134ff3c332f xmlns="b73aae09-54ac-4c6a-ae1b-d35728f6828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C13C79-41B3-4AAA-AFCE-8AF056CF86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3aae09-54ac-4c6a-ae1b-d35728f68286"/>
    <ds:schemaRef ds:uri="55cfde81-e6cb-40fe-84af-df26949093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19FD8F-2E05-4DFA-A437-55B7CD347551}">
  <ds:schemaRefs>
    <ds:schemaRef ds:uri="324e1bd5-791e-4855-ae25-efe36a50df9f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55cfde81-e6cb-40fe-84af-df26949093c5"/>
    <ds:schemaRef ds:uri="http://www.w3.org/XML/1998/namespace"/>
    <ds:schemaRef ds:uri="http://purl.org/dc/dcmitype/"/>
    <ds:schemaRef ds:uri="b73aae09-54ac-4c6a-ae1b-d35728f68286"/>
  </ds:schemaRefs>
</ds:datastoreItem>
</file>

<file path=customXml/itemProps3.xml><?xml version="1.0" encoding="utf-8"?>
<ds:datastoreItem xmlns:ds="http://schemas.openxmlformats.org/officeDocument/2006/customXml" ds:itemID="{081E24C7-6B31-4069-A668-27973CB388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1910</TotalTime>
  <Words>40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Gisele Ferreira</dc:creator>
  <cp:lastModifiedBy>Lucas Glycon Silveira Barros</cp:lastModifiedBy>
  <cp:revision>433</cp:revision>
  <dcterms:created xsi:type="dcterms:W3CDTF">2022-12-27T18:22:30Z</dcterms:created>
  <dcterms:modified xsi:type="dcterms:W3CDTF">2026-05-27T19:45:12Z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0x010100FE92784B6F38194A8AAEE08A1321E12E</vt:lpwstr>
  </property>
  <property fmtid="{D5CDD505-2E9C-101B-9397-08002B2CF9AE}" pid="3" name="MediaServiceImageTags">
    <vt:lpwstr/>
  </property>
</Properties>
</file>